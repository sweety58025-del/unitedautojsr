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70623" autoAdjust="0"/>
  </p:normalViewPr>
  <p:slideViewPr>
    <p:cSldViewPr snapToGrid="0">
      <p:cViewPr varScale="1">
        <p:scale>
          <a:sx n="48" d="100"/>
          <a:sy n="48" d="100"/>
        </p:scale>
        <p:origin x="15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6E7BB-77D1-4ABE-99D5-7EFBE8BD9420}" type="datetimeFigureOut">
              <a:rPr lang="en-US" smtClean="0"/>
              <a:t>18-Jul-25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DFB35-1EEF-40F5-9F8B-C6F7B4B08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2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DFB35-1EEF-40F5-9F8B-C6F7B4B089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72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51E0-D15F-3D7B-17F6-DA8B21D13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DCFD6-666E-F261-A215-F05A850C8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D9A8-91A4-7943-23DB-B60B0C17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7FD4E-83B1-A6FC-F4C6-2B0772F17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9B274-FA02-FD95-BC38-8D55279A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76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06928-7638-56A4-DCA4-D9B6FBB82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52421-6E2C-C79A-6AF5-11E3B995A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1362B-AA0D-4135-9B79-BC7984F7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8996C-EA4D-E2E9-EB10-2C6222AD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62B00-31ED-2047-BA8D-916D21B4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411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AD77-D18C-9774-52AE-2E15D0B55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47A01-D008-6B51-427D-7746936F9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5B233-DA73-78E0-8873-28D120A6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385EF-8D33-90D0-14C9-860C4831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9761C-CB5C-DBC1-98FD-CB3A9E0F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41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97F7A-6111-6828-7E84-C28E8BFF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13904-F4FC-39DD-118B-F3606E0BB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0F370-E805-7BFD-586E-8EC7C920A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CE1B5-89FB-8317-D568-284C4C23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3821E-E36B-B98B-A4FA-D8DC23E7F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224D7-D005-61EF-EE0D-0BA842CF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71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B005-ACBC-A9B5-F288-60B3D2CBF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96591-E552-4018-76C3-A50243174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4453E-ECB7-C8A4-B5E2-69EF96D92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C8C63C-0587-2D5F-F60C-B03DD10FB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B08B6-4FD6-FA4B-4E9E-BB03BE7F8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13F1C-DA99-F59B-FD65-438FD549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D3F843-947F-72C4-197D-3F3CA138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BD8D06-0644-9566-712C-16031627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12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E595D-9D30-EA9D-8506-C7333A4D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AEEE4-F704-4BB3-265F-503E37064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A72BF9-2CC8-E4E9-B3DA-8CDBCF704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FBE43-E916-D264-03BE-F05E570A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36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98FF9-40FC-161E-927C-38CB2CC94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76F0F-677D-CECA-5976-4D48095D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D8EFD-5E47-CB9C-2A37-6CCEFB7B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58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E639-D3FF-8040-89A7-1A88384A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51A36-D54E-CE53-A06D-726AEE769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D8FDC-19AA-49DE-B512-8F6E527A6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7A814-A990-58AE-23B4-9A99EB6AE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FAB84-625F-5370-A814-22D21FD7C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726DF-B260-E8D4-64FE-E4C5011D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29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03A2-CFC6-15A6-64C2-76B2C369D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9DE97D-BEE8-5CED-1032-09467B69F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48328-3A85-8408-2EDB-24870DB91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B4093-C927-A397-0356-4DED1790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1C950-BD09-8D61-E1C9-92DD6D06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14D03-C339-0411-E0C6-7B051251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383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648F-936C-1C65-A993-2E63D6DA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446F9-D765-427E-D3BF-536FE9EB0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584CC-3CB7-A152-F72C-61170B30C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F91E4-725B-4867-0432-8DFAACC89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D4685-B346-85AB-1093-035A6D0B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879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5EEF8-82AE-D20D-463E-41D883A68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B1F64-5805-2878-B362-9345EA220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95D32-6B7C-6569-81F6-78AA631A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ACE4-80DC-F730-9EC4-2E77FF96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C95B3-CF45-EABC-63AE-4E13FF07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858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972FC-265F-96BE-09E0-2EE43379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93200-F1DC-28BF-6A83-4D34CB1E1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8BBE9-D183-58A3-CC0B-6E4A9558A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EDC91-9F61-4A21-8C22-C5C6143F886D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FD61D-732C-1975-C7E6-D94EC5767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09C6B-AFFB-D9A1-B198-0E2FBB884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75D7F-CEE3-4714-BD7A-322CDB66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04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DDE986-C700-6098-266B-95D6AACC7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041"/>
          <a:stretch/>
        </p:blipFill>
        <p:spPr>
          <a:xfrm>
            <a:off x="131957" y="92098"/>
            <a:ext cx="11928086" cy="270372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F5E8A7F-44ED-0DC9-7AB4-417C6F12D798}"/>
              </a:ext>
            </a:extLst>
          </p:cNvPr>
          <p:cNvSpPr/>
          <p:nvPr/>
        </p:nvSpPr>
        <p:spPr>
          <a:xfrm>
            <a:off x="5848213" y="592058"/>
            <a:ext cx="2980023" cy="37496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0FAD029-A0D2-4324-00CD-82E284AB0198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5525871" y="779542"/>
            <a:ext cx="322342" cy="2305735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3C2770E-DDDA-2CAE-021B-E0326507DDEA}"/>
              </a:ext>
            </a:extLst>
          </p:cNvPr>
          <p:cNvSpPr txBox="1"/>
          <p:nvPr/>
        </p:nvSpPr>
        <p:spPr>
          <a:xfrm>
            <a:off x="786120" y="3120989"/>
            <a:ext cx="1012418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HOME, SERVICE, ROAD SERVICE, BREAKDOWN, INSURANCE,PRICING, CONTACT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C2C84C-4C41-A106-3376-387BF7FBE8B8}"/>
              </a:ext>
            </a:extLst>
          </p:cNvPr>
          <p:cNvSpPr txBox="1"/>
          <p:nvPr/>
        </p:nvSpPr>
        <p:spPr>
          <a:xfrm>
            <a:off x="131957" y="3651022"/>
            <a:ext cx="3387885" cy="1231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MECHANICAL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VALUE ADDED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CAR DETAILING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06FABF-06FB-9EAF-03AF-ADFE92B1E440}"/>
              </a:ext>
            </a:extLst>
          </p:cNvPr>
          <p:cNvSpPr txBox="1"/>
          <p:nvPr/>
        </p:nvSpPr>
        <p:spPr>
          <a:xfrm>
            <a:off x="3806711" y="3637866"/>
            <a:ext cx="8288805" cy="25853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MECHANICAL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TYPES OF MECHANICAL WORK DONE IN OUR 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Engine Repair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Suspension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Electrical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Brake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Clutch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Gear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EV CAR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Periodic Maintenance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F766E61-5D05-EA2D-2E54-E1E9E4657CE4}"/>
              </a:ext>
            </a:extLst>
          </p:cNvPr>
          <p:cNvCxnSpPr/>
          <p:nvPr/>
        </p:nvCxnSpPr>
        <p:spPr>
          <a:xfrm flipV="1">
            <a:off x="1848535" y="3828639"/>
            <a:ext cx="1947212" cy="243401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718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6F4640-9062-97AB-79E2-533818FA96CA}"/>
              </a:ext>
            </a:extLst>
          </p:cNvPr>
          <p:cNvSpPr txBox="1"/>
          <p:nvPr/>
        </p:nvSpPr>
        <p:spPr>
          <a:xfrm>
            <a:off x="124990" y="105255"/>
            <a:ext cx="3197111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Rounded MT Bold" panose="020F0704030504030204" pitchFamily="34" charset="0"/>
              </a:rPr>
              <a:t>DENTING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Rounded MT Bold" panose="020F0704030504030204" pitchFamily="34" charset="0"/>
              </a:rPr>
              <a:t>PAINTING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Rounded MT Bold" panose="020F0704030504030204" pitchFamily="34" charset="0"/>
              </a:rPr>
              <a:t>TOUCHUP PAINTING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Rounded MT Bold" panose="020F0704030504030204" pitchFamily="34" charset="0"/>
              </a:rPr>
              <a:t>ACCIDENTAL REPAIR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EAF25-0525-D4ED-443E-76E70B654EB1}"/>
              </a:ext>
            </a:extLst>
          </p:cNvPr>
          <p:cNvSpPr txBox="1"/>
          <p:nvPr/>
        </p:nvSpPr>
        <p:spPr>
          <a:xfrm>
            <a:off x="7295463" y="156002"/>
            <a:ext cx="3604973" cy="1231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DENTING (INFO)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TO REPAIR DENTING WE USE A DENT PULLER AND PROFESSIONAL TOOLS AND METHODS.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A3AAE3D3-A538-01C0-71F2-37B791F23F0C}"/>
              </a:ext>
            </a:extLst>
          </p:cNvPr>
          <p:cNvCxnSpPr>
            <a:cxnSpLocks/>
          </p:cNvCxnSpPr>
          <p:nvPr/>
        </p:nvCxnSpPr>
        <p:spPr>
          <a:xfrm flipV="1">
            <a:off x="1723545" y="302607"/>
            <a:ext cx="5499557" cy="249980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F3512F-459D-F976-886E-2B2B591E1BCE}"/>
              </a:ext>
            </a:extLst>
          </p:cNvPr>
          <p:cNvSpPr txBox="1"/>
          <p:nvPr/>
        </p:nvSpPr>
        <p:spPr>
          <a:xfrm>
            <a:off x="6775768" y="1654005"/>
            <a:ext cx="3874688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PAINTING (INF0)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DUST FREE PAINT BBTH WITH HEATH CHAMBER WITH PROFFESIONAL PAINT GUN AND HIGH QUALITY PAINT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1773B3D-FE15-F40E-9A11-8D2A497B03CE}"/>
              </a:ext>
            </a:extLst>
          </p:cNvPr>
          <p:cNvCxnSpPr>
            <a:cxnSpLocks/>
          </p:cNvCxnSpPr>
          <p:nvPr/>
        </p:nvCxnSpPr>
        <p:spPr>
          <a:xfrm>
            <a:off x="1664340" y="843919"/>
            <a:ext cx="5058802" cy="984881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748BEDC-1B52-9E71-02EE-BE511862AB18}"/>
              </a:ext>
            </a:extLst>
          </p:cNvPr>
          <p:cNvSpPr txBox="1"/>
          <p:nvPr/>
        </p:nvSpPr>
        <p:spPr>
          <a:xfrm>
            <a:off x="5953467" y="3079058"/>
            <a:ext cx="3874688" cy="8002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TOCHUP PAINTING (INF0)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FOR TOUCHUP PURPOSE AND LOW COST PAINTING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325F123-0E41-766B-14DD-A7F4C6CE92D2}"/>
              </a:ext>
            </a:extLst>
          </p:cNvPr>
          <p:cNvCxnSpPr/>
          <p:nvPr/>
        </p:nvCxnSpPr>
        <p:spPr>
          <a:xfrm>
            <a:off x="2907660" y="1118331"/>
            <a:ext cx="2960288" cy="214492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0EEDC75-B2C9-B054-B0E2-BCB66FF2CF6A}"/>
              </a:ext>
            </a:extLst>
          </p:cNvPr>
          <p:cNvSpPr txBox="1"/>
          <p:nvPr/>
        </p:nvSpPr>
        <p:spPr>
          <a:xfrm>
            <a:off x="5071959" y="4395920"/>
            <a:ext cx="3874688" cy="1231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ACCIDENTAL REPAIR (INF0)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WE PROVIDE CASHLESS SETLMENTS WITH INSURANCE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Rounded MT Bold" panose="020F0704030504030204" pitchFamily="34" charset="0"/>
              </a:rPr>
              <a:t>BY DIRECT SETLMENT WITH COMPETATIVE RATE 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D9DBC2C-D937-27FD-7287-FD8564EDB5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46701" y="2025684"/>
            <a:ext cx="3178318" cy="1901164"/>
          </a:xfrm>
          <a:prstGeom prst="bentConnector3">
            <a:avLst>
              <a:gd name="adj1" fmla="val 10008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270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98C531-810F-50C4-BA89-C16388E8FDFF}"/>
              </a:ext>
            </a:extLst>
          </p:cNvPr>
          <p:cNvSpPr txBox="1"/>
          <p:nvPr/>
        </p:nvSpPr>
        <p:spPr>
          <a:xfrm>
            <a:off x="263137" y="171039"/>
            <a:ext cx="3394464" cy="16004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VALUE ADDED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RUBBING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POLISH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ANTIRUST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CERAMIC COATING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P.P.F COATING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3AB178-82E2-FDF3-CD0D-B457DD6204A3}"/>
              </a:ext>
            </a:extLst>
          </p:cNvPr>
          <p:cNvSpPr txBox="1"/>
          <p:nvPr/>
        </p:nvSpPr>
        <p:spPr>
          <a:xfrm>
            <a:off x="4164138" y="171039"/>
            <a:ext cx="3394464" cy="8617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INSURANCE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INSURANCE CLAIM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INSURANCE RENEWAL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9BC84-F6F0-611A-6213-CCA954E4848C}"/>
              </a:ext>
            </a:extLst>
          </p:cNvPr>
          <p:cNvSpPr txBox="1"/>
          <p:nvPr/>
        </p:nvSpPr>
        <p:spPr>
          <a:xfrm>
            <a:off x="4052304" y="1470278"/>
            <a:ext cx="3618132" cy="48013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INSURANCE CLAIM PARTNER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SBI GENERAL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ROYAL SUNDARAM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LIBERTY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GO DIGIT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NATIONAL INSURANCE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KOTAK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RELIANCE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UNIVERSAL SOMPO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HDFC ERGO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ORIENTAL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CHOLA 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MAGMA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BHARTI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ACCO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BAJAJ ALIANCE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NEW INDIA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TATA AIG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06E02D-34EB-820F-6541-8FF83443AC2C}"/>
              </a:ext>
            </a:extLst>
          </p:cNvPr>
          <p:cNvSpPr txBox="1"/>
          <p:nvPr/>
        </p:nvSpPr>
        <p:spPr>
          <a:xfrm>
            <a:off x="7900679" y="1470278"/>
            <a:ext cx="3394464" cy="8617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INSURANCE RENEWAL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TATA AIG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 Rounded MT Bold" panose="020F0704030504030204" pitchFamily="34" charset="0"/>
              </a:rPr>
              <a:t>SBI GENERAL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66BEF5F-61D9-78B6-5B37-CA09B0C5622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75449" y="695667"/>
            <a:ext cx="733493" cy="546009"/>
          </a:xfrm>
          <a:prstGeom prst="bentConnector3">
            <a:avLst>
              <a:gd name="adj1" fmla="val -22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34617D4-7057-902F-088F-46933F10FABA}"/>
              </a:ext>
            </a:extLst>
          </p:cNvPr>
          <p:cNvCxnSpPr/>
          <p:nvPr/>
        </p:nvCxnSpPr>
        <p:spPr>
          <a:xfrm>
            <a:off x="6887603" y="868351"/>
            <a:ext cx="2966866" cy="467067"/>
          </a:xfrm>
          <a:prstGeom prst="bentConnector3">
            <a:avLst>
              <a:gd name="adj1" fmla="val 9988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413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4C3C09-ACD5-A4EB-A3A2-6105D9718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8" y="103472"/>
            <a:ext cx="9986180" cy="3906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B5654D-A1A7-4092-D7A7-9792440A824E}"/>
              </a:ext>
            </a:extLst>
          </p:cNvPr>
          <p:cNvSpPr txBox="1"/>
          <p:nvPr/>
        </p:nvSpPr>
        <p:spPr>
          <a:xfrm>
            <a:off x="980327" y="5301490"/>
            <a:ext cx="9097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*NOT TO BE DISPLAYED DIRECTLY ON THE HOME PAGE, WILL BE DISPLAYED WITH THE SUITABLE OPTION FROM THE ABOVE</a:t>
            </a:r>
          </a:p>
        </p:txBody>
      </p:sp>
    </p:spTree>
    <p:extLst>
      <p:ext uri="{BB962C8B-B14F-4D97-AF65-F5344CB8AC3E}">
        <p14:creationId xmlns:p14="http://schemas.microsoft.com/office/powerpoint/2010/main" val="47133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A8A070-65E5-CD2F-A9FA-B2B6C2594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37" y="92097"/>
            <a:ext cx="10420213" cy="59723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04C2D5-032B-EEF6-4032-2822C473904D}"/>
              </a:ext>
            </a:extLst>
          </p:cNvPr>
          <p:cNvSpPr txBox="1"/>
          <p:nvPr/>
        </p:nvSpPr>
        <p:spPr>
          <a:xfrm>
            <a:off x="8025666" y="1775702"/>
            <a:ext cx="237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BODY SERVICE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2CAEA-D80C-284C-7BB8-AFA987ADF159}"/>
              </a:ext>
            </a:extLst>
          </p:cNvPr>
          <p:cNvSpPr txBox="1"/>
          <p:nvPr/>
        </p:nvSpPr>
        <p:spPr>
          <a:xfrm>
            <a:off x="4118090" y="1591036"/>
            <a:ext cx="296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MECHANICAL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81816E-D78B-4C28-8A43-28D9BA56A9D8}"/>
              </a:ext>
            </a:extLst>
          </p:cNvPr>
          <p:cNvSpPr txBox="1"/>
          <p:nvPr/>
        </p:nvSpPr>
        <p:spPr>
          <a:xfrm>
            <a:off x="1791524" y="5196479"/>
            <a:ext cx="1991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VALUE ADDED SERVICE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3A868F-F4C2-2C20-C5EA-41C3E077FF62}"/>
              </a:ext>
            </a:extLst>
          </p:cNvPr>
          <p:cNvSpPr txBox="1"/>
          <p:nvPr/>
        </p:nvSpPr>
        <p:spPr>
          <a:xfrm>
            <a:off x="1791526" y="1873908"/>
            <a:ext cx="2374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INSURANCE SERVICE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074D9-BE68-31DD-3547-178EAEA56B5A}"/>
              </a:ext>
            </a:extLst>
          </p:cNvPr>
          <p:cNvSpPr txBox="1"/>
          <p:nvPr/>
        </p:nvSpPr>
        <p:spPr>
          <a:xfrm>
            <a:off x="4710146" y="5082298"/>
            <a:ext cx="237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CAR DETAILING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893B2-A45F-E1D7-11CD-68132C0A49E5}"/>
              </a:ext>
            </a:extLst>
          </p:cNvPr>
          <p:cNvSpPr txBox="1"/>
          <p:nvPr/>
        </p:nvSpPr>
        <p:spPr>
          <a:xfrm>
            <a:off x="8229598" y="5059744"/>
            <a:ext cx="2374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SUBSCRIPTION SERVICE</a:t>
            </a:r>
          </a:p>
        </p:txBody>
      </p:sp>
    </p:spTree>
    <p:extLst>
      <p:ext uri="{BB962C8B-B14F-4D97-AF65-F5344CB8AC3E}">
        <p14:creationId xmlns:p14="http://schemas.microsoft.com/office/powerpoint/2010/main" val="193481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4F9C2-AE23-BEAE-54AF-B87447065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11" y="115670"/>
            <a:ext cx="11130693" cy="55453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466A1D-D6DD-9657-9EEE-E814E905B511}"/>
              </a:ext>
            </a:extLst>
          </p:cNvPr>
          <p:cNvSpPr txBox="1"/>
          <p:nvPr/>
        </p:nvSpPr>
        <p:spPr>
          <a:xfrm>
            <a:off x="1670486" y="5660997"/>
            <a:ext cx="628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*CHANGE OF LOGO WITH SUITABLE LOGO</a:t>
            </a:r>
          </a:p>
        </p:txBody>
      </p:sp>
    </p:spTree>
    <p:extLst>
      <p:ext uri="{BB962C8B-B14F-4D97-AF65-F5344CB8AC3E}">
        <p14:creationId xmlns:p14="http://schemas.microsoft.com/office/powerpoint/2010/main" val="360551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B8DCD0-C619-30B0-79CC-E029C760E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7" y="96547"/>
            <a:ext cx="9328196" cy="27740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9A24FC-8288-936E-D299-2FC8BAEE4C40}"/>
              </a:ext>
            </a:extLst>
          </p:cNvPr>
          <p:cNvSpPr txBox="1"/>
          <p:nvPr/>
        </p:nvSpPr>
        <p:spPr>
          <a:xfrm>
            <a:off x="197353" y="2870583"/>
            <a:ext cx="7545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*NEED SOME VARIETY OF IMAGE WITH LUXUARY CARS</a:t>
            </a:r>
          </a:p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THE IMAGES WILL BE PROVIDED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9C604A-6AF7-7809-BD34-E42FB13DB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7" r="9052"/>
          <a:stretch/>
        </p:blipFill>
        <p:spPr>
          <a:xfrm>
            <a:off x="197353" y="3638671"/>
            <a:ext cx="6413957" cy="2232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C40494-A8A6-F746-C0D0-4CC67B14931D}"/>
              </a:ext>
            </a:extLst>
          </p:cNvPr>
          <p:cNvSpPr txBox="1"/>
          <p:nvPr/>
        </p:nvSpPr>
        <p:spPr>
          <a:xfrm>
            <a:off x="6506054" y="4570352"/>
            <a:ext cx="5221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*BETTER WAY TO SHOW TRANSFORMATION</a:t>
            </a:r>
          </a:p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AS DISCUSSED</a:t>
            </a:r>
          </a:p>
        </p:txBody>
      </p:sp>
    </p:spTree>
    <p:extLst>
      <p:ext uri="{BB962C8B-B14F-4D97-AF65-F5344CB8AC3E}">
        <p14:creationId xmlns:p14="http://schemas.microsoft.com/office/powerpoint/2010/main" val="1402503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61C35-0CD2-5C47-269F-ABF81A87B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09" y="82745"/>
            <a:ext cx="8288806" cy="1920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91D590-0DE6-DF14-9928-FD57E9740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09" y="2859908"/>
            <a:ext cx="4881186" cy="2745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639772-8241-E738-DCA1-E9A0F42DCDA4}"/>
              </a:ext>
            </a:extLst>
          </p:cNvPr>
          <p:cNvSpPr txBox="1"/>
          <p:nvPr/>
        </p:nvSpPr>
        <p:spPr>
          <a:xfrm>
            <a:off x="210509" y="2255927"/>
            <a:ext cx="761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Rounded MT Bold" panose="020F0704030504030204" pitchFamily="34" charset="0"/>
              </a:rPr>
              <a:t>*TO BE CHANGED INTO SOMETHING LIKE  THE BELOW PICTURE</a:t>
            </a:r>
          </a:p>
        </p:txBody>
      </p:sp>
    </p:spTree>
    <p:extLst>
      <p:ext uri="{BB962C8B-B14F-4D97-AF65-F5344CB8AC3E}">
        <p14:creationId xmlns:p14="http://schemas.microsoft.com/office/powerpoint/2010/main" val="3663006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7C8916-BECE-D6AE-7360-7421B9801476}"/>
              </a:ext>
            </a:extLst>
          </p:cNvPr>
          <p:cNvSpPr txBox="1"/>
          <p:nvPr/>
        </p:nvSpPr>
        <p:spPr>
          <a:xfrm>
            <a:off x="1109273" y="912500"/>
            <a:ext cx="3215680" cy="4188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Serviceable Brand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MARUTI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HYUNDAI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TATA MOTORS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MAHINDRA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TOYOTA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Ford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Fiat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Jeep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DF25C-D9D6-8189-D265-0E3EA497096C}"/>
              </a:ext>
            </a:extLst>
          </p:cNvPr>
          <p:cNvSpPr/>
          <p:nvPr/>
        </p:nvSpPr>
        <p:spPr>
          <a:xfrm>
            <a:off x="3200400" y="167951"/>
            <a:ext cx="5267739" cy="744549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Serviceable Brand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6317B1-CBD6-997B-59F7-5CBF38C7B251}"/>
              </a:ext>
            </a:extLst>
          </p:cNvPr>
          <p:cNvSpPr txBox="1"/>
          <p:nvPr/>
        </p:nvSpPr>
        <p:spPr>
          <a:xfrm>
            <a:off x="5795944" y="911301"/>
            <a:ext cx="3685986" cy="5034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Serviceable Brand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Chevrolet 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Honda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Skoda 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VW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Renault 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Marcedes 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Audi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BMW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AutoNum type="arabicPeriod" startAt="9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Mitsubishi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endParaRPr lang="en-US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E332CF3-A0CC-38E6-0794-BA3548BAAE47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>
            <a:off x="8468139" y="540226"/>
            <a:ext cx="1550505" cy="269993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48F2B26-2E49-E264-E816-325A76C75CEE}"/>
              </a:ext>
            </a:extLst>
          </p:cNvPr>
          <p:cNvSpPr txBox="1"/>
          <p:nvPr/>
        </p:nvSpPr>
        <p:spPr>
          <a:xfrm>
            <a:off x="8309113" y="3240157"/>
            <a:ext cx="3419061" cy="255454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It should be appeared before Home and all the brands in Drop Down under Serviceable Brand.</a:t>
            </a:r>
          </a:p>
          <a:p>
            <a:endParaRPr lang="en-US" sz="2000" dirty="0"/>
          </a:p>
          <a:p>
            <a:r>
              <a:rPr lang="en-US" sz="2000" dirty="0"/>
              <a:t>You can suggest any suitable word also for “Serviceable brand”</a:t>
            </a:r>
          </a:p>
        </p:txBody>
      </p:sp>
    </p:spTree>
    <p:extLst>
      <p:ext uri="{BB962C8B-B14F-4D97-AF65-F5344CB8AC3E}">
        <p14:creationId xmlns:p14="http://schemas.microsoft.com/office/powerpoint/2010/main" val="1357154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EC8C-4E53-ECCA-465D-B5A2918B8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859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Offers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74850-7F54-2ABF-96ED-D1539F2DE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05878"/>
            <a:ext cx="9144000" cy="2902225"/>
          </a:xfrm>
        </p:spPr>
        <p:txBody>
          <a:bodyPr>
            <a:normAutofit lnSpcReduction="10000"/>
          </a:bodyPr>
          <a:lstStyle/>
          <a:p>
            <a:pPr marL="514350" indent="-514350" algn="just"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We can introduce our printed card under offer. I have already shared you the card previously. 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highlight>
                  <a:srgbClr val="FFFF00"/>
                </a:highlight>
              </a:rPr>
              <a:t>Road Assistance for break down to any customer within a range of 25 km from our workshop. Workshop Location in google map with address to be delivered to customer who wants to avail the road side assistance. </a:t>
            </a:r>
          </a:p>
          <a:p>
            <a:pPr algn="just"/>
            <a:r>
              <a:rPr lang="en-US" sz="2800" dirty="0"/>
              <a:t>      *</a:t>
            </a:r>
            <a:r>
              <a:rPr lang="en-US" sz="2000" dirty="0">
                <a:solidFill>
                  <a:srgbClr val="FF0000"/>
                </a:solidFill>
              </a:rPr>
              <a:t>Terms &amp; Conditions are applicable. (We will provide details)</a:t>
            </a:r>
          </a:p>
          <a:p>
            <a:pPr marL="514350" indent="-514350" algn="l">
              <a:buAutoNum type="arabicPeriod"/>
            </a:pPr>
            <a:endParaRPr lang="en-US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29865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374</Words>
  <Application>Microsoft Office PowerPoint</Application>
  <PresentationFormat>Widescreen</PresentationFormat>
  <Paragraphs>103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Offers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Swastik Mukherjee</dc:creator>
  <cp:lastModifiedBy>Sushmita Mukherjee</cp:lastModifiedBy>
  <cp:revision>7</cp:revision>
  <dcterms:created xsi:type="dcterms:W3CDTF">2025-05-27T09:08:59Z</dcterms:created>
  <dcterms:modified xsi:type="dcterms:W3CDTF">2025-07-18T06:13:23Z</dcterms:modified>
</cp:coreProperties>
</file>