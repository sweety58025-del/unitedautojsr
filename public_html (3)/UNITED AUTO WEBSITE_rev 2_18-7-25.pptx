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4" r:id="rId9"/>
    <p:sldId id="265" r:id="rId10"/>
    <p:sldId id="266"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p:scale>
          <a:sx n="66" d="100"/>
          <a:sy n="66" d="100"/>
        </p:scale>
        <p:origin x="900" y="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F41586-F2D7-4CA3-950B-4279717F4BAB}" type="datetimeFigureOut">
              <a:rPr lang="en-US" smtClean="0"/>
              <a:t>18-Jul-25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5B7634-25A2-421D-B57A-6AB17544A2BA}" type="slidenum">
              <a:rPr lang="en-US" smtClean="0"/>
              <a:t>‹#›</a:t>
            </a:fld>
            <a:endParaRPr lang="en-US"/>
          </a:p>
        </p:txBody>
      </p:sp>
    </p:spTree>
    <p:extLst>
      <p:ext uri="{BB962C8B-B14F-4D97-AF65-F5344CB8AC3E}">
        <p14:creationId xmlns:p14="http://schemas.microsoft.com/office/powerpoint/2010/main" val="18040422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B1DFB35-1EEF-40F5-9F8B-C6F7B4B08982}" type="slidenum">
              <a:rPr lang="en-US" smtClean="0"/>
              <a:t>8</a:t>
            </a:fld>
            <a:endParaRPr lang="en-US"/>
          </a:p>
        </p:txBody>
      </p:sp>
    </p:spTree>
    <p:extLst>
      <p:ext uri="{BB962C8B-B14F-4D97-AF65-F5344CB8AC3E}">
        <p14:creationId xmlns:p14="http://schemas.microsoft.com/office/powerpoint/2010/main" val="39835720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FA367-AF5C-03B8-B3D6-5FD02BB495D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A2083CB-9ECD-C9E0-EFDF-F36CD28B04C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5A39A-7E06-F2F5-B903-13FDE631A9D6}"/>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343B095B-AEDA-EE2B-A78A-2EA421B8431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F1FB6D6-3D53-FAD4-2C5E-35CC3A4DE92B}"/>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18814208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B943FD-6A0F-27D0-10E3-A6FE5883308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19165D-FAD0-78AB-B9A1-A0B9AA704C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C7ED5BA-6AD5-D531-B984-E7FCE265DFD8}"/>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9C278776-626D-5947-8920-85FB557EBC9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6198C-33B6-38AB-7B8F-8479A0ADA170}"/>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1497490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0296F-8A13-25B4-7E29-2542A3D02C3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EA2090D-A452-46E0-18B5-3DA9A4ECF33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70461-F235-6840-4193-E98AE723C951}"/>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D3E06931-C631-7718-239D-EB2C2267F1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CB043CB-0B51-A452-7B6D-CB7F52BC1481}"/>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1709319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10539-7C93-DA5F-7FD3-1C2279FC50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C2AAE93-AA3A-9DBF-4535-92972326DB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0C1C0D0-2FC0-DE96-A25B-56C646385F7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3C9C852-749F-D2C0-D130-D7E22B5A05A0}"/>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6" name="Footer Placeholder 5">
            <a:extLst>
              <a:ext uri="{FF2B5EF4-FFF2-40B4-BE49-F238E27FC236}">
                <a16:creationId xmlns:a16="http://schemas.microsoft.com/office/drawing/2014/main" id="{E387A6CE-51C5-CCA1-4855-72A64928A19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FDE4F0A-EBB3-AADC-9F7F-75720C0A362B}"/>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23703425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DE8028-9F38-65C2-BD91-93466D5EA98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02BD526-0D39-437D-50E1-14AC608C32A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7E0BD13-214B-5632-6EB1-4E6B642BB0B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79EC8E3-23D1-829E-5C00-F965AC817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1DB2B9-2BEA-651F-6505-A0C9F0770A3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5FB19BB-46A2-3BF1-E3DE-1EB434E91475}"/>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8" name="Footer Placeholder 7">
            <a:extLst>
              <a:ext uri="{FF2B5EF4-FFF2-40B4-BE49-F238E27FC236}">
                <a16:creationId xmlns:a16="http://schemas.microsoft.com/office/drawing/2014/main" id="{BE2AAEE4-130B-A1EC-2BF7-CCF7FF5F3D2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243DE5A-EBE1-96AA-F1EC-58EF43021BA3}"/>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353609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AFB22-4056-A964-3454-195500A289F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C6CF1D-10D4-754F-9B8F-0943A2636F81}"/>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4" name="Footer Placeholder 3">
            <a:extLst>
              <a:ext uri="{FF2B5EF4-FFF2-40B4-BE49-F238E27FC236}">
                <a16:creationId xmlns:a16="http://schemas.microsoft.com/office/drawing/2014/main" id="{6A0F232A-FE9B-3E41-071F-E5F164A4130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30A006-D5C5-3826-527F-0B605B706030}"/>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38563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12620DC-5ADF-3AEC-38B9-1749AD28C002}"/>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3" name="Footer Placeholder 2">
            <a:extLst>
              <a:ext uri="{FF2B5EF4-FFF2-40B4-BE49-F238E27FC236}">
                <a16:creationId xmlns:a16="http://schemas.microsoft.com/office/drawing/2014/main" id="{EA1F459A-6A10-4906-307D-131069A1A59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3807073-F765-C1DF-0339-5FC71061956A}"/>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39637221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77BF7-F5F2-88CE-CACC-092869EB9F8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94F3935-98A2-2091-B678-1B88D684541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A525494-CEE3-72B6-5E3E-D313C43CFA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ADD508-C69F-AFEF-D642-A1CF5BA6377A}"/>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6" name="Footer Placeholder 5">
            <a:extLst>
              <a:ext uri="{FF2B5EF4-FFF2-40B4-BE49-F238E27FC236}">
                <a16:creationId xmlns:a16="http://schemas.microsoft.com/office/drawing/2014/main" id="{C5339C0E-F263-8631-BD89-7C6EE64C6D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E68C8DC-DDF4-BBE9-173A-213804FCE557}"/>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515598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E1DD-9BA0-B169-9EC8-7978445222F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9887422-CAA1-950F-900C-569170D45E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5F92680-AA3F-1734-645B-8751E1C051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8D45F2-7F16-914B-5914-5C11E3443017}"/>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6" name="Footer Placeholder 5">
            <a:extLst>
              <a:ext uri="{FF2B5EF4-FFF2-40B4-BE49-F238E27FC236}">
                <a16:creationId xmlns:a16="http://schemas.microsoft.com/office/drawing/2014/main" id="{4AE70D0E-5C99-5FF9-408A-4F4E6D25A7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CB6E7D-EA66-DA65-699E-63039545B07E}"/>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4201731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36683F-53C2-84D0-4C5D-ED12D55E318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1CF85D-8417-7385-34E2-4C3D46C7AF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8674594-234B-60DE-D70F-1879ABC1871B}"/>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5CB6D27D-7699-B43D-43A2-019EC6A472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21A638-A5EF-4EB9-861B-238332D2D3D1}"/>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4138280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A33419-84A4-22E0-6291-03A4D628F9B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436B8E-1CEA-6C99-C2EF-C1C221EFCF4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A1E1C9-AE23-861F-6036-10390DADF216}"/>
              </a:ext>
            </a:extLst>
          </p:cNvPr>
          <p:cNvSpPr>
            <a:spLocks noGrp="1"/>
          </p:cNvSpPr>
          <p:nvPr>
            <p:ph type="dt" sz="half" idx="10"/>
          </p:nvPr>
        </p:nvSpPr>
        <p:spPr/>
        <p:txBody>
          <a:body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12EB4725-FB75-53CA-2701-75856C87BF1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4C0F1-B9C9-0646-79CD-6F58EDDDA542}"/>
              </a:ext>
            </a:extLst>
          </p:cNvPr>
          <p:cNvSpPr>
            <a:spLocks noGrp="1"/>
          </p:cNvSpPr>
          <p:nvPr>
            <p:ph type="sldNum" sz="quarter" idx="12"/>
          </p:nvPr>
        </p:nvSpPr>
        <p:spPr/>
        <p:txBody>
          <a:bodyPr/>
          <a:lstStyle/>
          <a:p>
            <a:fld id="{EF9B86E5-C3A5-40DA-AD36-D0E68D979896}" type="slidenum">
              <a:rPr lang="en-US" smtClean="0"/>
              <a:t>‹#›</a:t>
            </a:fld>
            <a:endParaRPr lang="en-US"/>
          </a:p>
        </p:txBody>
      </p:sp>
    </p:spTree>
    <p:extLst>
      <p:ext uri="{BB962C8B-B14F-4D97-AF65-F5344CB8AC3E}">
        <p14:creationId xmlns:p14="http://schemas.microsoft.com/office/powerpoint/2010/main" val="226049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B4773-28B6-FE67-536C-387BDC7CE1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22AED8-056B-9D34-4CD7-3A9ADD4A71F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949EB52-1FAE-8A0B-F46A-A5F3DC82B8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2BA829A-B238-4D40-B348-BDFFCA357F37}" type="datetimeFigureOut">
              <a:rPr lang="en-US" smtClean="0"/>
              <a:t>18-Jul-25</a:t>
            </a:fld>
            <a:endParaRPr lang="en-US"/>
          </a:p>
        </p:txBody>
      </p:sp>
      <p:sp>
        <p:nvSpPr>
          <p:cNvPr id="5" name="Footer Placeholder 4">
            <a:extLst>
              <a:ext uri="{FF2B5EF4-FFF2-40B4-BE49-F238E27FC236}">
                <a16:creationId xmlns:a16="http://schemas.microsoft.com/office/drawing/2014/main" id="{585E6FA5-D34B-E138-BB70-582B74ED859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92E7133-E4A1-6E0A-A5DD-CBDB5253750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9B86E5-C3A5-40DA-AD36-D0E68D979896}" type="slidenum">
              <a:rPr lang="en-US" smtClean="0"/>
              <a:t>‹#›</a:t>
            </a:fld>
            <a:endParaRPr lang="en-US"/>
          </a:p>
        </p:txBody>
      </p:sp>
    </p:spTree>
    <p:extLst>
      <p:ext uri="{BB962C8B-B14F-4D97-AF65-F5344CB8AC3E}">
        <p14:creationId xmlns:p14="http://schemas.microsoft.com/office/powerpoint/2010/main" val="3663279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B6B7E-9334-7B01-E3DB-D4EEF929C955}"/>
              </a:ext>
            </a:extLst>
          </p:cNvPr>
          <p:cNvSpPr>
            <a:spLocks noGrp="1"/>
          </p:cNvSpPr>
          <p:nvPr>
            <p:ph type="ctrTitle"/>
          </p:nvPr>
        </p:nvSpPr>
        <p:spPr/>
        <p:txBody>
          <a:bodyPr/>
          <a:lstStyle/>
          <a:p>
            <a:endParaRPr lang="en-US" dirty="0"/>
          </a:p>
        </p:txBody>
      </p:sp>
      <p:sp>
        <p:nvSpPr>
          <p:cNvPr id="3" name="Subtitle 2">
            <a:extLst>
              <a:ext uri="{FF2B5EF4-FFF2-40B4-BE49-F238E27FC236}">
                <a16:creationId xmlns:a16="http://schemas.microsoft.com/office/drawing/2014/main" id="{70082053-9555-4161-234B-130E213CB3A0}"/>
              </a:ext>
            </a:extLst>
          </p:cNvPr>
          <p:cNvSpPr>
            <a:spLocks noGrp="1"/>
          </p:cNvSpPr>
          <p:nvPr>
            <p:ph type="subTitle" idx="1"/>
          </p:nvPr>
        </p:nvSpPr>
        <p:spPr/>
        <p:txBody>
          <a:bodyPr/>
          <a:lstStyle/>
          <a:p>
            <a:endParaRPr lang="en-US" dirty="0"/>
          </a:p>
        </p:txBody>
      </p:sp>
      <p:pic>
        <p:nvPicPr>
          <p:cNvPr id="5" name="Picture 4">
            <a:extLst>
              <a:ext uri="{FF2B5EF4-FFF2-40B4-BE49-F238E27FC236}">
                <a16:creationId xmlns:a16="http://schemas.microsoft.com/office/drawing/2014/main" id="{2E266127-BC63-471E-AB16-5DFE295F552C}"/>
              </a:ext>
            </a:extLst>
          </p:cNvPr>
          <p:cNvPicPr>
            <a:picLocks noChangeAspect="1"/>
          </p:cNvPicPr>
          <p:nvPr/>
        </p:nvPicPr>
        <p:blipFill>
          <a:blip r:embed="rId2"/>
          <a:stretch>
            <a:fillRect/>
          </a:stretch>
        </p:blipFill>
        <p:spPr>
          <a:xfrm>
            <a:off x="1524000" y="1541900"/>
            <a:ext cx="9288871" cy="1714062"/>
          </a:xfrm>
          <a:prstGeom prst="rect">
            <a:avLst/>
          </a:prstGeom>
        </p:spPr>
      </p:pic>
    </p:spTree>
    <p:extLst>
      <p:ext uri="{BB962C8B-B14F-4D97-AF65-F5344CB8AC3E}">
        <p14:creationId xmlns:p14="http://schemas.microsoft.com/office/powerpoint/2010/main" val="3839370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8005BA-5E55-ED79-95AC-F730E66441CB}"/>
              </a:ext>
            </a:extLst>
          </p:cNvPr>
          <p:cNvPicPr>
            <a:picLocks noChangeAspect="1"/>
          </p:cNvPicPr>
          <p:nvPr/>
        </p:nvPicPr>
        <p:blipFill>
          <a:blip r:embed="rId2"/>
          <a:stretch>
            <a:fillRect/>
          </a:stretch>
        </p:blipFill>
        <p:spPr>
          <a:xfrm>
            <a:off x="1593145" y="862192"/>
            <a:ext cx="8288059" cy="1356352"/>
          </a:xfrm>
          <a:prstGeom prst="rect">
            <a:avLst/>
          </a:prstGeom>
        </p:spPr>
      </p:pic>
      <p:cxnSp>
        <p:nvCxnSpPr>
          <p:cNvPr id="5" name="Straight Arrow Connector 4">
            <a:extLst>
              <a:ext uri="{FF2B5EF4-FFF2-40B4-BE49-F238E27FC236}">
                <a16:creationId xmlns:a16="http://schemas.microsoft.com/office/drawing/2014/main" id="{BA3EDE13-EB25-36A9-F440-2A7386F8D24A}"/>
              </a:ext>
            </a:extLst>
          </p:cNvPr>
          <p:cNvCxnSpPr>
            <a:cxnSpLocks/>
            <a:stCxn id="3" idx="2"/>
          </p:cNvCxnSpPr>
          <p:nvPr/>
        </p:nvCxnSpPr>
        <p:spPr>
          <a:xfrm>
            <a:off x="5737175" y="2218544"/>
            <a:ext cx="0" cy="98935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B3CDFDB2-9729-B1C1-28E5-78FB5110D5E2}"/>
              </a:ext>
            </a:extLst>
          </p:cNvPr>
          <p:cNvSpPr txBox="1"/>
          <p:nvPr/>
        </p:nvSpPr>
        <p:spPr>
          <a:xfrm>
            <a:off x="2431842" y="3207895"/>
            <a:ext cx="6610663" cy="369332"/>
          </a:xfrm>
          <a:prstGeom prst="rect">
            <a:avLst/>
          </a:prstGeom>
          <a:noFill/>
        </p:spPr>
        <p:txBody>
          <a:bodyPr wrap="square" rtlCol="0">
            <a:spAutoFit/>
          </a:bodyPr>
          <a:lstStyle/>
          <a:p>
            <a:pPr algn="ctr"/>
            <a:r>
              <a:rPr lang="en-US" dirty="0">
                <a:highlight>
                  <a:srgbClr val="FFFF00"/>
                </a:highlight>
              </a:rPr>
              <a:t>Not able to understand what is scrolling. Please check</a:t>
            </a:r>
          </a:p>
        </p:txBody>
      </p:sp>
    </p:spTree>
    <p:extLst>
      <p:ext uri="{BB962C8B-B14F-4D97-AF65-F5344CB8AC3E}">
        <p14:creationId xmlns:p14="http://schemas.microsoft.com/office/powerpoint/2010/main" val="300205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2A7368A-D0D8-FBEA-C6E6-8240BF1BB5CC}"/>
              </a:ext>
            </a:extLst>
          </p:cNvPr>
          <p:cNvPicPr>
            <a:picLocks noChangeAspect="1"/>
          </p:cNvPicPr>
          <p:nvPr/>
        </p:nvPicPr>
        <p:blipFill>
          <a:blip r:embed="rId2"/>
          <a:stretch>
            <a:fillRect/>
          </a:stretch>
        </p:blipFill>
        <p:spPr>
          <a:xfrm>
            <a:off x="2461365" y="1580858"/>
            <a:ext cx="8639916" cy="2981618"/>
          </a:xfrm>
          <a:prstGeom prst="rect">
            <a:avLst/>
          </a:prstGeom>
        </p:spPr>
      </p:pic>
      <p:sp>
        <p:nvSpPr>
          <p:cNvPr id="4" name="TextBox 3">
            <a:extLst>
              <a:ext uri="{FF2B5EF4-FFF2-40B4-BE49-F238E27FC236}">
                <a16:creationId xmlns:a16="http://schemas.microsoft.com/office/drawing/2014/main" id="{8960392E-3B41-6594-21BB-851A35B20DD8}"/>
              </a:ext>
            </a:extLst>
          </p:cNvPr>
          <p:cNvSpPr txBox="1"/>
          <p:nvPr/>
        </p:nvSpPr>
        <p:spPr>
          <a:xfrm>
            <a:off x="3076575" y="4800600"/>
            <a:ext cx="7696200" cy="369332"/>
          </a:xfrm>
          <a:prstGeom prst="rect">
            <a:avLst/>
          </a:prstGeom>
          <a:noFill/>
        </p:spPr>
        <p:txBody>
          <a:bodyPr wrap="square" rtlCol="0">
            <a:spAutoFit/>
          </a:bodyPr>
          <a:lstStyle/>
          <a:p>
            <a:r>
              <a:rPr lang="en-US" dirty="0">
                <a:highlight>
                  <a:srgbClr val="FFFF00"/>
                </a:highlight>
              </a:rPr>
              <a:t>Not working properly. Difference is not clear and only one image is appearing</a:t>
            </a:r>
          </a:p>
        </p:txBody>
      </p:sp>
    </p:spTree>
    <p:extLst>
      <p:ext uri="{BB962C8B-B14F-4D97-AF65-F5344CB8AC3E}">
        <p14:creationId xmlns:p14="http://schemas.microsoft.com/office/powerpoint/2010/main" val="372701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50A3A66-2C48-D84C-EE92-4B6DEB3AA02F}"/>
              </a:ext>
            </a:extLst>
          </p:cNvPr>
          <p:cNvPicPr>
            <a:picLocks noChangeAspect="1"/>
          </p:cNvPicPr>
          <p:nvPr/>
        </p:nvPicPr>
        <p:blipFill>
          <a:blip r:embed="rId2"/>
          <a:stretch>
            <a:fillRect/>
          </a:stretch>
        </p:blipFill>
        <p:spPr>
          <a:xfrm>
            <a:off x="1837499" y="1390418"/>
            <a:ext cx="9417275" cy="2638657"/>
          </a:xfrm>
          <a:prstGeom prst="rect">
            <a:avLst/>
          </a:prstGeom>
        </p:spPr>
      </p:pic>
      <p:sp>
        <p:nvSpPr>
          <p:cNvPr id="4" name="TextBox 3">
            <a:extLst>
              <a:ext uri="{FF2B5EF4-FFF2-40B4-BE49-F238E27FC236}">
                <a16:creationId xmlns:a16="http://schemas.microsoft.com/office/drawing/2014/main" id="{D2D93738-3EF1-4BDC-73B6-A2688E3A20ED}"/>
              </a:ext>
            </a:extLst>
          </p:cNvPr>
          <p:cNvSpPr txBox="1"/>
          <p:nvPr/>
        </p:nvSpPr>
        <p:spPr>
          <a:xfrm>
            <a:off x="2324100" y="4343400"/>
            <a:ext cx="8648700" cy="646331"/>
          </a:xfrm>
          <a:prstGeom prst="rect">
            <a:avLst/>
          </a:prstGeom>
          <a:noFill/>
        </p:spPr>
        <p:txBody>
          <a:bodyPr wrap="square" rtlCol="0">
            <a:spAutoFit/>
          </a:bodyPr>
          <a:lstStyle/>
          <a:p>
            <a:pPr algn="ctr"/>
            <a:r>
              <a:rPr lang="en-US" dirty="0">
                <a:highlight>
                  <a:srgbClr val="FFFF00"/>
                </a:highlight>
              </a:rPr>
              <a:t>All names are of foreigner. We will provide name of our real customer which should be incorporated. </a:t>
            </a:r>
          </a:p>
        </p:txBody>
      </p:sp>
    </p:spTree>
    <p:extLst>
      <p:ext uri="{BB962C8B-B14F-4D97-AF65-F5344CB8AC3E}">
        <p14:creationId xmlns:p14="http://schemas.microsoft.com/office/powerpoint/2010/main" val="14819689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CB301E-1E61-4499-7E97-C78394417A6B}"/>
              </a:ext>
            </a:extLst>
          </p:cNvPr>
          <p:cNvPicPr>
            <a:picLocks noChangeAspect="1"/>
          </p:cNvPicPr>
          <p:nvPr/>
        </p:nvPicPr>
        <p:blipFill>
          <a:blip r:embed="rId2"/>
          <a:stretch>
            <a:fillRect/>
          </a:stretch>
        </p:blipFill>
        <p:spPr>
          <a:xfrm>
            <a:off x="2523281" y="1423709"/>
            <a:ext cx="8087569" cy="2668261"/>
          </a:xfrm>
          <a:prstGeom prst="rect">
            <a:avLst/>
          </a:prstGeom>
        </p:spPr>
      </p:pic>
      <p:sp>
        <p:nvSpPr>
          <p:cNvPr id="4" name="TextBox 3">
            <a:extLst>
              <a:ext uri="{FF2B5EF4-FFF2-40B4-BE49-F238E27FC236}">
                <a16:creationId xmlns:a16="http://schemas.microsoft.com/office/drawing/2014/main" id="{51BE2F31-F972-AE84-D986-F002F3631BFB}"/>
              </a:ext>
            </a:extLst>
          </p:cNvPr>
          <p:cNvSpPr txBox="1"/>
          <p:nvPr/>
        </p:nvSpPr>
        <p:spPr>
          <a:xfrm>
            <a:off x="2981325" y="4572000"/>
            <a:ext cx="7515225" cy="1200329"/>
          </a:xfrm>
          <a:prstGeom prst="rect">
            <a:avLst/>
          </a:prstGeom>
          <a:noFill/>
        </p:spPr>
        <p:txBody>
          <a:bodyPr wrap="square" rtlCol="0">
            <a:spAutoFit/>
          </a:bodyPr>
          <a:lstStyle/>
          <a:p>
            <a:r>
              <a:rPr lang="en-US" dirty="0"/>
              <a:t>Gallery should be corrected. Put pictures of different vehicles in before, then put progress pictures of those vehicles in during and final pictures in after. Also select pictures which are showing maximum coverage for final look in ‘After’ menu</a:t>
            </a:r>
          </a:p>
        </p:txBody>
      </p:sp>
    </p:spTree>
    <p:extLst>
      <p:ext uri="{BB962C8B-B14F-4D97-AF65-F5344CB8AC3E}">
        <p14:creationId xmlns:p14="http://schemas.microsoft.com/office/powerpoint/2010/main" val="28105881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2F23400-9F81-9986-8130-809EFCBF4B00}"/>
              </a:ext>
            </a:extLst>
          </p:cNvPr>
          <p:cNvPicPr>
            <a:picLocks noChangeAspect="1"/>
          </p:cNvPicPr>
          <p:nvPr/>
        </p:nvPicPr>
        <p:blipFill>
          <a:blip r:embed="rId2"/>
          <a:stretch>
            <a:fillRect/>
          </a:stretch>
        </p:blipFill>
        <p:spPr>
          <a:xfrm>
            <a:off x="4142991" y="1695277"/>
            <a:ext cx="5506218" cy="2476846"/>
          </a:xfrm>
          <a:prstGeom prst="rect">
            <a:avLst/>
          </a:prstGeom>
        </p:spPr>
      </p:pic>
      <p:sp>
        <p:nvSpPr>
          <p:cNvPr id="4" name="TextBox 3">
            <a:extLst>
              <a:ext uri="{FF2B5EF4-FFF2-40B4-BE49-F238E27FC236}">
                <a16:creationId xmlns:a16="http://schemas.microsoft.com/office/drawing/2014/main" id="{DCCCF61D-8794-D36F-7B99-A09FDD553C7F}"/>
              </a:ext>
            </a:extLst>
          </p:cNvPr>
          <p:cNvSpPr txBox="1"/>
          <p:nvPr/>
        </p:nvSpPr>
        <p:spPr>
          <a:xfrm>
            <a:off x="4218807" y="4257675"/>
            <a:ext cx="5267325" cy="1200329"/>
          </a:xfrm>
          <a:prstGeom prst="rect">
            <a:avLst/>
          </a:prstGeom>
          <a:noFill/>
        </p:spPr>
        <p:txBody>
          <a:bodyPr wrap="square" rtlCol="0">
            <a:spAutoFit/>
          </a:bodyPr>
          <a:lstStyle/>
          <a:p>
            <a:r>
              <a:rPr lang="en-US" dirty="0">
                <a:highlight>
                  <a:srgbClr val="FFFF00"/>
                </a:highlight>
              </a:rPr>
              <a:t>No description is appearing under these drop down. We have provided you slides with details of services. You have not mentioned any thing. Please go through our power point slides once.</a:t>
            </a:r>
          </a:p>
        </p:txBody>
      </p:sp>
    </p:spTree>
    <p:extLst>
      <p:ext uri="{BB962C8B-B14F-4D97-AF65-F5344CB8AC3E}">
        <p14:creationId xmlns:p14="http://schemas.microsoft.com/office/powerpoint/2010/main" val="32343771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AF71AA-130E-F643-D3DF-0215FB9B3967}"/>
              </a:ext>
            </a:extLst>
          </p:cNvPr>
          <p:cNvPicPr>
            <a:picLocks noChangeAspect="1"/>
          </p:cNvPicPr>
          <p:nvPr/>
        </p:nvPicPr>
        <p:blipFill>
          <a:blip r:embed="rId2"/>
          <a:stretch>
            <a:fillRect/>
          </a:stretch>
        </p:blipFill>
        <p:spPr>
          <a:xfrm>
            <a:off x="3814396" y="1747793"/>
            <a:ext cx="5249008" cy="638264"/>
          </a:xfrm>
          <a:prstGeom prst="rect">
            <a:avLst/>
          </a:prstGeom>
        </p:spPr>
      </p:pic>
      <p:cxnSp>
        <p:nvCxnSpPr>
          <p:cNvPr id="5" name="Straight Arrow Connector 4">
            <a:extLst>
              <a:ext uri="{FF2B5EF4-FFF2-40B4-BE49-F238E27FC236}">
                <a16:creationId xmlns:a16="http://schemas.microsoft.com/office/drawing/2014/main" id="{1EC84B9E-6204-B715-870C-ECD655F459F1}"/>
              </a:ext>
            </a:extLst>
          </p:cNvPr>
          <p:cNvCxnSpPr/>
          <p:nvPr/>
        </p:nvCxnSpPr>
        <p:spPr>
          <a:xfrm>
            <a:off x="8401050" y="2381250"/>
            <a:ext cx="0" cy="895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96F8DBB-3205-5320-D27A-A8AA688787C1}"/>
              </a:ext>
            </a:extLst>
          </p:cNvPr>
          <p:cNvSpPr txBox="1"/>
          <p:nvPr/>
        </p:nvSpPr>
        <p:spPr>
          <a:xfrm>
            <a:off x="3533775" y="3429000"/>
            <a:ext cx="6800850" cy="923330"/>
          </a:xfrm>
          <a:prstGeom prst="rect">
            <a:avLst/>
          </a:prstGeom>
          <a:noFill/>
        </p:spPr>
        <p:txBody>
          <a:bodyPr wrap="square" rtlCol="0">
            <a:spAutoFit/>
          </a:bodyPr>
          <a:lstStyle/>
          <a:p>
            <a:pPr algn="just"/>
            <a:r>
              <a:rPr lang="en-US" dirty="0">
                <a:highlight>
                  <a:srgbClr val="FFFF00"/>
                </a:highlight>
              </a:rPr>
              <a:t>No details mentioned under this head. We have already provided details in our presentation file name : united auto website_rev1. Please check and revise accordingly.</a:t>
            </a:r>
          </a:p>
        </p:txBody>
      </p:sp>
    </p:spTree>
    <p:extLst>
      <p:ext uri="{BB962C8B-B14F-4D97-AF65-F5344CB8AC3E}">
        <p14:creationId xmlns:p14="http://schemas.microsoft.com/office/powerpoint/2010/main" val="23655215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6A7C8916-BECE-D6AE-7360-7421B9801476}"/>
              </a:ext>
            </a:extLst>
          </p:cNvPr>
          <p:cNvSpPr txBox="1"/>
          <p:nvPr/>
        </p:nvSpPr>
        <p:spPr>
          <a:xfrm>
            <a:off x="1109273" y="912500"/>
            <a:ext cx="3215680" cy="4188326"/>
          </a:xfrm>
          <a:prstGeom prst="rect">
            <a:avLst/>
          </a:prstGeom>
          <a:noFill/>
        </p:spPr>
        <p:txBody>
          <a:bodyPr wrap="square" rtlCol="0">
            <a:spAutoFit/>
          </a:bodyPr>
          <a:lstStyle/>
          <a:p>
            <a:pPr marL="0" marR="0">
              <a:lnSpc>
                <a:spcPct val="115000"/>
              </a:lnSpc>
              <a:spcAft>
                <a:spcPts val="800"/>
              </a:spcAft>
            </a:pPr>
            <a:r>
              <a:rPr lang="en-US" sz="1800" b="1" kern="100" dirty="0">
                <a:effectLst/>
                <a:latin typeface="Aptos" panose="020B0004020202020204" pitchFamily="34" charset="0"/>
                <a:ea typeface="Aptos" panose="020B0004020202020204" pitchFamily="34" charset="0"/>
                <a:cs typeface="Mangal" panose="02040503050203030202" pitchFamily="18" charset="0"/>
              </a:rPr>
              <a:t>Serviceable Brand</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MARUTI</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HYUNDAI</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TATA MOTORS</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MAHINDRA</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TOYOTA</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Ford</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Fiat</a:t>
            </a:r>
          </a:p>
          <a:p>
            <a:pPr marL="342900" marR="0" lvl="0" indent="-342900">
              <a:lnSpc>
                <a:spcPct val="115000"/>
              </a:lnSpc>
              <a:buFont typeface="+mj-lt"/>
              <a:buAutoNum type="arabicPeriod"/>
            </a:pPr>
            <a:r>
              <a:rPr lang="en-US" sz="2400" kern="100" dirty="0">
                <a:effectLst/>
                <a:latin typeface="Aptos" panose="020B0004020202020204" pitchFamily="34" charset="0"/>
                <a:ea typeface="Aptos" panose="020B0004020202020204" pitchFamily="34" charset="0"/>
                <a:cs typeface="Mangal" panose="02040503050203030202" pitchFamily="18" charset="0"/>
              </a:rPr>
              <a:t>Jeep</a:t>
            </a:r>
          </a:p>
          <a:p>
            <a:endParaRPr lang="en-US" dirty="0"/>
          </a:p>
        </p:txBody>
      </p:sp>
      <p:sp>
        <p:nvSpPr>
          <p:cNvPr id="7" name="Rectangle 6">
            <a:extLst>
              <a:ext uri="{FF2B5EF4-FFF2-40B4-BE49-F238E27FC236}">
                <a16:creationId xmlns:a16="http://schemas.microsoft.com/office/drawing/2014/main" id="{C37DF25C-D9D6-8189-D265-0E3EA497096C}"/>
              </a:ext>
            </a:extLst>
          </p:cNvPr>
          <p:cNvSpPr/>
          <p:nvPr/>
        </p:nvSpPr>
        <p:spPr>
          <a:xfrm>
            <a:off x="3200400" y="167951"/>
            <a:ext cx="5267739" cy="744549"/>
          </a:xfrm>
          <a:prstGeom prst="rect">
            <a:avLst/>
          </a:prstGeom>
          <a:ln w="38100">
            <a:solidFill>
              <a:srgbClr val="002060"/>
            </a:solidFill>
          </a:ln>
        </p:spPr>
        <p:style>
          <a:lnRef idx="3">
            <a:schemeClr val="lt1"/>
          </a:lnRef>
          <a:fillRef idx="1">
            <a:schemeClr val="accent5"/>
          </a:fillRef>
          <a:effectRef idx="1">
            <a:schemeClr val="accent5"/>
          </a:effectRef>
          <a:fontRef idx="minor">
            <a:schemeClr val="lt1"/>
          </a:fontRef>
        </p:style>
        <p:txBody>
          <a:bodyPr rtlCol="0" anchor="ctr"/>
          <a:lstStyle/>
          <a:p>
            <a:pPr algn="ctr"/>
            <a:r>
              <a:rPr lang="en-US" sz="4000" dirty="0"/>
              <a:t>Serviceable Brand</a:t>
            </a:r>
          </a:p>
        </p:txBody>
      </p:sp>
      <p:sp>
        <p:nvSpPr>
          <p:cNvPr id="8" name="TextBox 7">
            <a:extLst>
              <a:ext uri="{FF2B5EF4-FFF2-40B4-BE49-F238E27FC236}">
                <a16:creationId xmlns:a16="http://schemas.microsoft.com/office/drawing/2014/main" id="{E06317B1-CBD6-997B-59F7-5CBF38C7B251}"/>
              </a:ext>
            </a:extLst>
          </p:cNvPr>
          <p:cNvSpPr txBox="1"/>
          <p:nvPr/>
        </p:nvSpPr>
        <p:spPr>
          <a:xfrm>
            <a:off x="5795944" y="911301"/>
            <a:ext cx="3685986" cy="5034199"/>
          </a:xfrm>
          <a:prstGeom prst="rect">
            <a:avLst/>
          </a:prstGeom>
          <a:noFill/>
        </p:spPr>
        <p:txBody>
          <a:bodyPr wrap="square" rtlCol="0">
            <a:spAutoFit/>
          </a:bodyPr>
          <a:lstStyle/>
          <a:p>
            <a:pPr marL="0" marR="0">
              <a:lnSpc>
                <a:spcPct val="115000"/>
              </a:lnSpc>
              <a:spcAft>
                <a:spcPts val="800"/>
              </a:spcAft>
            </a:pPr>
            <a:r>
              <a:rPr lang="en-US" sz="1800" b="1" kern="100" dirty="0">
                <a:effectLst/>
                <a:latin typeface="Aptos" panose="020B0004020202020204" pitchFamily="34" charset="0"/>
                <a:ea typeface="Aptos" panose="020B0004020202020204" pitchFamily="34" charset="0"/>
                <a:cs typeface="Mangal" panose="02040503050203030202" pitchFamily="18" charset="0"/>
              </a:rPr>
              <a:t>Serviceable Brand</a:t>
            </a:r>
            <a:endParaRPr lang="en-US" sz="1800" kern="100" dirty="0">
              <a:effectLst/>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Chevrolet </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Honda</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Skoda </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VW</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Renault </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Marcedes </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Audi</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BMW</a:t>
            </a:r>
            <a:endParaRPr lang="en-US" sz="2400" kern="100" dirty="0">
              <a:latin typeface="Aptos" panose="020B0004020202020204" pitchFamily="34" charset="0"/>
              <a:ea typeface="Aptos" panose="020B0004020202020204" pitchFamily="34" charset="0"/>
              <a:cs typeface="Mangal" panose="02040503050203030202" pitchFamily="18" charset="0"/>
            </a:endParaRPr>
          </a:p>
          <a:p>
            <a:pPr marL="342900" marR="0" lvl="0" indent="-342900">
              <a:lnSpc>
                <a:spcPct val="115000"/>
              </a:lnSpc>
              <a:buAutoNum type="arabicPeriod" startAt="9"/>
            </a:pPr>
            <a:r>
              <a:rPr lang="en-US" sz="2400" kern="100" dirty="0">
                <a:effectLst/>
                <a:latin typeface="Aptos" panose="020B0004020202020204" pitchFamily="34" charset="0"/>
                <a:ea typeface="Aptos" panose="020B0004020202020204" pitchFamily="34" charset="0"/>
                <a:cs typeface="Mangal" panose="02040503050203030202" pitchFamily="18" charset="0"/>
              </a:rPr>
              <a:t>Mitsubishi</a:t>
            </a:r>
          </a:p>
          <a:p>
            <a:pPr marL="342900" marR="0" lvl="0" indent="-342900">
              <a:lnSpc>
                <a:spcPct val="115000"/>
              </a:lnSpc>
              <a:spcAft>
                <a:spcPts val="800"/>
              </a:spcAft>
              <a:buFont typeface="+mj-lt"/>
              <a:buAutoNum type="arabicPeriod"/>
            </a:pPr>
            <a:endParaRPr lang="en-US" kern="100" dirty="0">
              <a:latin typeface="Aptos" panose="020B0004020202020204" pitchFamily="34" charset="0"/>
              <a:ea typeface="Aptos" panose="020B0004020202020204" pitchFamily="34" charset="0"/>
              <a:cs typeface="Mangal" panose="02040503050203030202" pitchFamily="18" charset="0"/>
            </a:endParaRPr>
          </a:p>
          <a:p>
            <a:endParaRPr lang="en-US" dirty="0"/>
          </a:p>
        </p:txBody>
      </p:sp>
      <p:cxnSp>
        <p:nvCxnSpPr>
          <p:cNvPr id="11" name="Connector: Elbow 10">
            <a:extLst>
              <a:ext uri="{FF2B5EF4-FFF2-40B4-BE49-F238E27FC236}">
                <a16:creationId xmlns:a16="http://schemas.microsoft.com/office/drawing/2014/main" id="{CE332CF3-A0CC-38E6-0794-BA3548BAAE47}"/>
              </a:ext>
            </a:extLst>
          </p:cNvPr>
          <p:cNvCxnSpPr>
            <a:cxnSpLocks/>
            <a:stCxn id="7" idx="3"/>
            <a:endCxn id="12" idx="0"/>
          </p:cNvCxnSpPr>
          <p:nvPr/>
        </p:nvCxnSpPr>
        <p:spPr>
          <a:xfrm>
            <a:off x="8468139" y="540226"/>
            <a:ext cx="1550505" cy="2699931"/>
          </a:xfrm>
          <a:prstGeom prst="bentConnector2">
            <a:avLst/>
          </a:prstGeom>
          <a:ln w="38100">
            <a:tailEnd type="triangle"/>
          </a:ln>
        </p:spPr>
        <p:style>
          <a:lnRef idx="1">
            <a:schemeClr val="accent2"/>
          </a:lnRef>
          <a:fillRef idx="0">
            <a:schemeClr val="accent2"/>
          </a:fillRef>
          <a:effectRef idx="0">
            <a:schemeClr val="accent2"/>
          </a:effectRef>
          <a:fontRef idx="minor">
            <a:schemeClr val="tx1"/>
          </a:fontRef>
        </p:style>
      </p:cxnSp>
      <p:sp>
        <p:nvSpPr>
          <p:cNvPr id="12" name="TextBox 11">
            <a:extLst>
              <a:ext uri="{FF2B5EF4-FFF2-40B4-BE49-F238E27FC236}">
                <a16:creationId xmlns:a16="http://schemas.microsoft.com/office/drawing/2014/main" id="{348F2B26-2E49-E264-E816-325A76C75CEE}"/>
              </a:ext>
            </a:extLst>
          </p:cNvPr>
          <p:cNvSpPr txBox="1"/>
          <p:nvPr/>
        </p:nvSpPr>
        <p:spPr>
          <a:xfrm>
            <a:off x="8309113" y="3240157"/>
            <a:ext cx="3419061" cy="2554545"/>
          </a:xfrm>
          <a:prstGeom prst="rect">
            <a:avLst/>
          </a:prstGeom>
          <a:solidFill>
            <a:srgbClr val="FFFF00"/>
          </a:solidFill>
          <a:ln>
            <a:solidFill>
              <a:srgbClr val="FF0000"/>
            </a:solidFill>
          </a:ln>
        </p:spPr>
        <p:txBody>
          <a:bodyPr wrap="square" rtlCol="0">
            <a:spAutoFit/>
          </a:bodyPr>
          <a:lstStyle/>
          <a:p>
            <a:r>
              <a:rPr lang="en-US" sz="2000" dirty="0"/>
              <a:t>It should be appeared before Home and all the brands in Drop Down under Serviceable Brand.</a:t>
            </a:r>
          </a:p>
          <a:p>
            <a:endParaRPr lang="en-US" sz="2000" dirty="0"/>
          </a:p>
          <a:p>
            <a:r>
              <a:rPr lang="en-US" sz="2000" dirty="0"/>
              <a:t>You can suggest any suitable word also for “Serviceable brand”</a:t>
            </a:r>
          </a:p>
        </p:txBody>
      </p:sp>
      <p:sp>
        <p:nvSpPr>
          <p:cNvPr id="2" name="TextBox 1">
            <a:extLst>
              <a:ext uri="{FF2B5EF4-FFF2-40B4-BE49-F238E27FC236}">
                <a16:creationId xmlns:a16="http://schemas.microsoft.com/office/drawing/2014/main" id="{FBBD81CA-01D5-ED1E-EABA-1A5237CBF92C}"/>
              </a:ext>
            </a:extLst>
          </p:cNvPr>
          <p:cNvSpPr txBox="1"/>
          <p:nvPr/>
        </p:nvSpPr>
        <p:spPr>
          <a:xfrm>
            <a:off x="1619250" y="5945500"/>
            <a:ext cx="8934450" cy="369332"/>
          </a:xfrm>
          <a:prstGeom prst="rect">
            <a:avLst/>
          </a:prstGeom>
          <a:noFill/>
        </p:spPr>
        <p:txBody>
          <a:bodyPr wrap="square" rtlCol="0">
            <a:spAutoFit/>
          </a:bodyPr>
          <a:lstStyle/>
          <a:p>
            <a:r>
              <a:rPr lang="en-US" b="1" dirty="0">
                <a:solidFill>
                  <a:schemeClr val="bg1"/>
                </a:solidFill>
                <a:highlight>
                  <a:srgbClr val="FF0000"/>
                </a:highlight>
              </a:rPr>
              <a:t>This head is not mentioned in your site. Please incorporate as mentioned in notes</a:t>
            </a:r>
            <a:r>
              <a:rPr lang="en-US" b="1" dirty="0">
                <a:highlight>
                  <a:srgbClr val="FF0000"/>
                </a:highlight>
              </a:rPr>
              <a:t>.</a:t>
            </a:r>
          </a:p>
        </p:txBody>
      </p:sp>
    </p:spTree>
    <p:extLst>
      <p:ext uri="{BB962C8B-B14F-4D97-AF65-F5344CB8AC3E}">
        <p14:creationId xmlns:p14="http://schemas.microsoft.com/office/powerpoint/2010/main" val="13571548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B96898-069C-6F26-7570-AA6F1234EB73}"/>
              </a:ext>
            </a:extLst>
          </p:cNvPr>
          <p:cNvPicPr>
            <a:picLocks noChangeAspect="1"/>
          </p:cNvPicPr>
          <p:nvPr/>
        </p:nvPicPr>
        <p:blipFill>
          <a:blip r:embed="rId2"/>
          <a:stretch>
            <a:fillRect/>
          </a:stretch>
        </p:blipFill>
        <p:spPr>
          <a:xfrm>
            <a:off x="3944568" y="523906"/>
            <a:ext cx="2038635" cy="2791215"/>
          </a:xfrm>
          <a:prstGeom prst="rect">
            <a:avLst/>
          </a:prstGeom>
        </p:spPr>
      </p:pic>
      <p:sp>
        <p:nvSpPr>
          <p:cNvPr id="4" name="TextBox 3">
            <a:extLst>
              <a:ext uri="{FF2B5EF4-FFF2-40B4-BE49-F238E27FC236}">
                <a16:creationId xmlns:a16="http://schemas.microsoft.com/office/drawing/2014/main" id="{1ED71EF4-4A5A-C6DC-355E-2D6703D51C85}"/>
              </a:ext>
            </a:extLst>
          </p:cNvPr>
          <p:cNvSpPr txBox="1"/>
          <p:nvPr/>
        </p:nvSpPr>
        <p:spPr>
          <a:xfrm>
            <a:off x="1567543" y="4122057"/>
            <a:ext cx="8403771" cy="646331"/>
          </a:xfrm>
          <a:prstGeom prst="rect">
            <a:avLst/>
          </a:prstGeom>
          <a:solidFill>
            <a:srgbClr val="FF0000"/>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en-US" dirty="0">
                <a:solidFill>
                  <a:schemeClr val="bg1">
                    <a:lumMod val="95000"/>
                  </a:schemeClr>
                </a:solidFill>
              </a:rPr>
              <a:t>Insurance head should be appeared separately not under More. Please check our power point slide and correct accordingly.</a:t>
            </a:r>
          </a:p>
        </p:txBody>
      </p:sp>
      <p:cxnSp>
        <p:nvCxnSpPr>
          <p:cNvPr id="6" name="Connector: Elbow 5">
            <a:extLst>
              <a:ext uri="{FF2B5EF4-FFF2-40B4-BE49-F238E27FC236}">
                <a16:creationId xmlns:a16="http://schemas.microsoft.com/office/drawing/2014/main" id="{7E7B7AC6-9B48-936A-A600-A559A1A5690F}"/>
              </a:ext>
            </a:extLst>
          </p:cNvPr>
          <p:cNvCxnSpPr/>
          <p:nvPr/>
        </p:nvCxnSpPr>
        <p:spPr>
          <a:xfrm rot="5400000">
            <a:off x="2320628" y="2498116"/>
            <a:ext cx="1901371" cy="1346511"/>
          </a:xfrm>
          <a:prstGeom prst="bentConnector3">
            <a:avLst>
              <a:gd name="adj1" fmla="val 1145"/>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9" name="Connector: Elbow 8">
            <a:extLst>
              <a:ext uri="{FF2B5EF4-FFF2-40B4-BE49-F238E27FC236}">
                <a16:creationId xmlns:a16="http://schemas.microsoft.com/office/drawing/2014/main" id="{2FCB223E-7C34-C530-E3D7-E2D131EEA8DD}"/>
              </a:ext>
            </a:extLst>
          </p:cNvPr>
          <p:cNvCxnSpPr>
            <a:cxnSpLocks/>
          </p:cNvCxnSpPr>
          <p:nvPr/>
        </p:nvCxnSpPr>
        <p:spPr>
          <a:xfrm>
            <a:off x="4833257" y="1828800"/>
            <a:ext cx="2496456" cy="907143"/>
          </a:xfrm>
          <a:prstGeom prst="bentConnector3">
            <a:avLst>
              <a:gd name="adj1" fmla="val 100000"/>
            </a:avLst>
          </a:prstGeom>
          <a:ln>
            <a:tailEnd type="triangle"/>
          </a:ln>
        </p:spPr>
        <p:style>
          <a:lnRef idx="3">
            <a:schemeClr val="accent2"/>
          </a:lnRef>
          <a:fillRef idx="0">
            <a:schemeClr val="accent2"/>
          </a:fillRef>
          <a:effectRef idx="2">
            <a:schemeClr val="accent2"/>
          </a:effectRef>
          <a:fontRef idx="minor">
            <a:schemeClr val="tx1"/>
          </a:fontRef>
        </p:style>
      </p:cxnSp>
      <p:sp>
        <p:nvSpPr>
          <p:cNvPr id="13" name="TextBox 12">
            <a:extLst>
              <a:ext uri="{FF2B5EF4-FFF2-40B4-BE49-F238E27FC236}">
                <a16:creationId xmlns:a16="http://schemas.microsoft.com/office/drawing/2014/main" id="{9A7A6893-C044-89D0-B79F-25C69BE50DD9}"/>
              </a:ext>
            </a:extLst>
          </p:cNvPr>
          <p:cNvSpPr txBox="1"/>
          <p:nvPr/>
        </p:nvSpPr>
        <p:spPr>
          <a:xfrm>
            <a:off x="6313713" y="2674733"/>
            <a:ext cx="5036457" cy="646331"/>
          </a:xfrm>
          <a:prstGeom prst="rect">
            <a:avLst/>
          </a:prstGeom>
          <a:noFill/>
        </p:spPr>
        <p:txBody>
          <a:bodyPr wrap="square" rtlCol="0">
            <a:spAutoFit/>
          </a:bodyPr>
          <a:lstStyle/>
          <a:p>
            <a:pPr algn="just"/>
            <a:r>
              <a:rPr lang="en-US" dirty="0">
                <a:solidFill>
                  <a:schemeClr val="bg1"/>
                </a:solidFill>
                <a:highlight>
                  <a:srgbClr val="FF0000"/>
                </a:highlight>
              </a:rPr>
              <a:t>Put our pricing chart under this head, which we have already provided you in our presentation file</a:t>
            </a:r>
          </a:p>
        </p:txBody>
      </p:sp>
    </p:spTree>
    <p:extLst>
      <p:ext uri="{BB962C8B-B14F-4D97-AF65-F5344CB8AC3E}">
        <p14:creationId xmlns:p14="http://schemas.microsoft.com/office/powerpoint/2010/main" val="2285808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05EA2AA-CF2E-87A6-DEBE-C2CC35802DF8}"/>
              </a:ext>
            </a:extLst>
          </p:cNvPr>
          <p:cNvPicPr>
            <a:picLocks noChangeAspect="1"/>
          </p:cNvPicPr>
          <p:nvPr/>
        </p:nvPicPr>
        <p:blipFill>
          <a:blip r:embed="rId2"/>
          <a:stretch>
            <a:fillRect/>
          </a:stretch>
        </p:blipFill>
        <p:spPr>
          <a:xfrm>
            <a:off x="3250143" y="281843"/>
            <a:ext cx="5401429" cy="4001058"/>
          </a:xfrm>
          <a:prstGeom prst="rect">
            <a:avLst/>
          </a:prstGeom>
        </p:spPr>
      </p:pic>
      <p:sp>
        <p:nvSpPr>
          <p:cNvPr id="4" name="TextBox 3">
            <a:extLst>
              <a:ext uri="{FF2B5EF4-FFF2-40B4-BE49-F238E27FC236}">
                <a16:creationId xmlns:a16="http://schemas.microsoft.com/office/drawing/2014/main" id="{A1769222-F301-213B-0894-EB58223A8463}"/>
              </a:ext>
            </a:extLst>
          </p:cNvPr>
          <p:cNvSpPr txBox="1"/>
          <p:nvPr/>
        </p:nvSpPr>
        <p:spPr>
          <a:xfrm>
            <a:off x="2075543" y="4673600"/>
            <a:ext cx="8084457" cy="646331"/>
          </a:xfrm>
          <a:prstGeom prst="rect">
            <a:avLst/>
          </a:prstGeom>
          <a:noFill/>
        </p:spPr>
        <p:txBody>
          <a:bodyPr wrap="square" rtlCol="0">
            <a:spAutoFit/>
          </a:bodyPr>
          <a:lstStyle/>
          <a:p>
            <a:pPr algn="just"/>
            <a:r>
              <a:rPr lang="en-US" dirty="0">
                <a:solidFill>
                  <a:schemeClr val="bg1"/>
                </a:solidFill>
                <a:highlight>
                  <a:srgbClr val="FF0000"/>
                </a:highlight>
              </a:rPr>
              <a:t>Select Services : all the service head mentioned in our presentation file should be appeared here. Please do necessary changes. It is very important part</a:t>
            </a:r>
          </a:p>
        </p:txBody>
      </p:sp>
    </p:spTree>
    <p:extLst>
      <p:ext uri="{BB962C8B-B14F-4D97-AF65-F5344CB8AC3E}">
        <p14:creationId xmlns:p14="http://schemas.microsoft.com/office/powerpoint/2010/main" val="23369784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287</Words>
  <Application>Microsoft Office PowerPoint</Application>
  <PresentationFormat>Widescreen</PresentationFormat>
  <Paragraphs>34</Paragraphs>
  <Slides>10</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Sushmita Mukherjee</dc:creator>
  <cp:lastModifiedBy>Sushmita Mukherjee</cp:lastModifiedBy>
  <cp:revision>1</cp:revision>
  <dcterms:created xsi:type="dcterms:W3CDTF">2025-07-18T05:43:44Z</dcterms:created>
  <dcterms:modified xsi:type="dcterms:W3CDTF">2025-07-18T06:08:48Z</dcterms:modified>
</cp:coreProperties>
</file>